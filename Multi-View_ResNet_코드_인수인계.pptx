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BA0F5"/>
                </a:solidFill>
              </a:defRPr>
            </a:pPr>
            <a:r>
              <a:t>Multi-View ResNet 기반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구조물 안정성 예측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200400"/>
            <a:ext cx="3047695" cy="27432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6EAF8"/>
                </a:solidFill>
              </a:defRPr>
            </a:pPr>
            <a:r>
              <a:t>코드 구조 분석 및 인수인계 문서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9A"/>
                </a:solidFill>
              </a:defRPr>
            </a:pPr>
            <a:r>
              <a:t>Baseline Code Walkthrough &amp; Architecture Flowchart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A0F5"/>
                </a:solidFill>
              </a:defRPr>
            </a:pPr>
            <a:r>
              <a:t>Framework: PyTorch  |  Model: ResNet18 (Multi-View)  |  Task: Binary Classification (Stable / Unstable)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목차 (Table of 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371600"/>
            <a:ext cx="502920" cy="50292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프로젝트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문제 정의, 데이터 구조, 평가 지표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011680"/>
            <a:ext cx="502920" cy="50292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933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전체 파이프라인 Flowchart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End-to-End 처리 흐름도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651760"/>
            <a:ext cx="502920" cy="50292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33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환경 설정 &amp; 하이퍼파라미터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라이브러리, Seed, CFG 설정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291839"/>
            <a:ext cx="502920" cy="50292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7355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데이터 로드 &amp; 전처리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5661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CSV 로드, Dataset 클래스, DataLoader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3931920"/>
            <a:ext cx="502920" cy="50292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913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모델 아키텍처 (Multi-View ResNet)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ResNet18 backbone, Feature Fusion, Classifier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4572000"/>
            <a:ext cx="502920" cy="50292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553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학습 &amp; 검증 루프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BCEWithLogitsLoss, Adam, LogLoss 평가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5212079"/>
            <a:ext cx="502920" cy="50292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1937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추론 &amp; 제출 파일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48639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Sigmoid 확률 변환, submission.csv 저장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" y="5852159"/>
            <a:ext cx="502920" cy="50292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3387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핵심 요약 &amp; 개선 포인트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1264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인수인계 체크리스트, 개선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01.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AF8"/>
                </a:solidFill>
              </a:defRPr>
            </a:pPr>
            <a:r>
              <a:t>Problem Definition &amp; Data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5720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📋  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4A4A5A"/>
                </a:solidFill>
              </a:defRPr>
            </a:pPr>
            <a:r>
              <a:t>• 목표: 구조물 이미지(Front/Top View)를 보고 안정성을 이진 분류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4A4A5A"/>
                </a:solidFill>
              </a:defRPr>
            </a:pPr>
            <a:r>
              <a:t>• 라벨: stable (안정) vs unstable (불안정)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4A4A5A"/>
                </a:solidFill>
              </a:defRPr>
            </a:pPr>
            <a:r>
              <a:t>• 입력: 각 샘플당 2장의 이미지 (front.png, top.png)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4A4A5A"/>
                </a:solidFill>
              </a:defRPr>
            </a:pPr>
            <a:r>
              <a:t>• 출력: unstable_prob, stable_prob (확률값)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4A4A5A"/>
                </a:solidFill>
              </a:defRPr>
            </a:pPr>
            <a:r>
              <a:t>• 평가 지표: Log-Loss (Binary Cross-Entropy)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4864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📁  데이터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📂 train/          ← 학습 이미지 폴더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└─ {id}/front.png, top.png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📂 dev/            ← 검증 이미지 폴더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└─ {id}/front.png, top.png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📂 test/           ← 테스트 이미지 폴더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└─ {id}/front.png, top.png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📄 train.csv       ← id, label (stable/unstable)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📄 dev.csv         ← id, label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📄 sample_submission.csv  ←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4A4A5A"/>
                </a:solidFill>
              </a:defRPr>
            </a:pPr>
            <a:r>
              <a:t>💡 핵심 포인트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4A4A5A"/>
                </a:solidFill>
              </a:defRPr>
            </a:pPr>
            <a:r>
              <a:t>• Multi-View 접근: 하나의 구조물을 Front(정면)와 Top(상면) 2개 시점에서 촬영한 이미지를 동시에 활용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4A4A5A"/>
                </a:solidFill>
              </a:defRPr>
            </a:pPr>
            <a:r>
              <a:t>• 각 시점의 특징을 ResNet18으로 추출 → Concatenate → FC Layer로 최종 분류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4A4A5A"/>
                </a:solidFill>
              </a:defRPr>
            </a:pPr>
            <a:r>
              <a:t>• 제출 시 unstable 확률과 stable 확률(= 1 - unstable_prob)을 모두 저장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02. 전체 파이프라인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AF8"/>
                </a:solidFill>
              </a:defRPr>
            </a:pPr>
            <a:r>
              <a:t>End-to-End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3707" y="2011680"/>
            <a:ext cx="1143000" cy="77724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환경 설정</a:t>
            </a:r>
            <a:br/>
            <a:r>
              <a:t>(Seed, Device, CFG)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46707" y="2400300"/>
            <a:ext cx="137160" cy="0"/>
          </a:xfrm>
          <a:prstGeom prst="line">
            <a:avLst/>
          </a:prstGeom>
          <a:ln w="25400">
            <a:solidFill>
              <a:srgbClr val="3B7D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83867" y="2011680"/>
            <a:ext cx="1143000" cy="7772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데이터 로드</a:t>
            </a:r>
            <a:br/>
            <a:r>
              <a:t>(train/dev/test CSV)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26867" y="2400300"/>
            <a:ext cx="137160" cy="0"/>
          </a:xfrm>
          <a:prstGeom prst="line">
            <a:avLst/>
          </a:prstGeom>
          <a:ln w="25400">
            <a:solidFill>
              <a:srgbClr val="3B7D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64027" y="2011680"/>
            <a:ext cx="1143000" cy="7772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Dataset 생성</a:t>
            </a:r>
            <a:br/>
            <a:r>
              <a:t>(MultiViewDataset)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07027" y="2400300"/>
            <a:ext cx="137160" cy="0"/>
          </a:xfrm>
          <a:prstGeom prst="line">
            <a:avLst/>
          </a:prstGeom>
          <a:ln w="25400">
            <a:solidFill>
              <a:srgbClr val="3B7D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44187" y="2011680"/>
            <a:ext cx="1143000" cy="7772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DataLoader 생성</a:t>
            </a:r>
            <a:br/>
            <a:r>
              <a:t>(Batch=32)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87187" y="2400300"/>
            <a:ext cx="137160" cy="0"/>
          </a:xfrm>
          <a:prstGeom prst="line">
            <a:avLst/>
          </a:prstGeom>
          <a:ln w="25400">
            <a:solidFill>
              <a:srgbClr val="3B7D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24347" y="2011680"/>
            <a:ext cx="1143000" cy="7772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모델 초기화</a:t>
            </a:r>
            <a:br/>
            <a:r>
              <a:t>(MultiViewResNet)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67347" y="2400300"/>
            <a:ext cx="137160" cy="0"/>
          </a:xfrm>
          <a:prstGeom prst="line">
            <a:avLst/>
          </a:prstGeom>
          <a:ln w="25400">
            <a:solidFill>
              <a:srgbClr val="3B7D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04507" y="2011680"/>
            <a:ext cx="1143000" cy="77724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학습 루프</a:t>
            </a:r>
            <a:br/>
            <a:r>
              <a:t>(3 Epochs)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47507" y="2400300"/>
            <a:ext cx="137160" cy="0"/>
          </a:xfrm>
          <a:prstGeom prst="line">
            <a:avLst/>
          </a:prstGeom>
          <a:ln w="25400">
            <a:solidFill>
              <a:srgbClr val="3B7D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84667" y="2011680"/>
            <a:ext cx="1143000" cy="7772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검증 평가</a:t>
            </a:r>
            <a:br/>
            <a:r>
              <a:t>(LogLoss, Acc)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27667" y="2400300"/>
            <a:ext cx="137160" cy="0"/>
          </a:xfrm>
          <a:prstGeom prst="line">
            <a:avLst/>
          </a:prstGeom>
          <a:ln w="25400">
            <a:solidFill>
              <a:srgbClr val="3B7D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64827" y="2011680"/>
            <a:ext cx="114300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테스트 추론</a:t>
            </a:r>
            <a:br/>
            <a:r>
              <a:t>(Sigmoid→Prob)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07827" y="2400300"/>
            <a:ext cx="137160" cy="0"/>
          </a:xfrm>
          <a:prstGeom prst="line">
            <a:avLst/>
          </a:prstGeom>
          <a:ln w="25400">
            <a:solidFill>
              <a:srgbClr val="3B7D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644987" y="2011680"/>
            <a:ext cx="1143000" cy="7772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제출 파일 저장</a:t>
            </a:r>
            <a:br/>
            <a:r>
              <a:t>(submission.csv)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▼ 모델 내부 데이터 흐름 (Multi-View ResNet Forward Pass)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749039"/>
            <a:ext cx="13716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Front Image</a:t>
            </a:r>
            <a:br/>
            <a:r>
              <a:t>[B,3,224,224]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45920" y="4069079"/>
            <a:ext cx="548640" cy="0"/>
          </a:xfrm>
          <a:prstGeom prst="line">
            <a:avLst/>
          </a:prstGeom>
          <a:ln w="2540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194560" y="3749039"/>
            <a:ext cx="137160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ResNet18</a:t>
            </a:r>
            <a:br/>
            <a:r>
              <a:t>Backbone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66160" y="4069079"/>
            <a:ext cx="365760" cy="0"/>
          </a:xfrm>
          <a:prstGeom prst="line">
            <a:avLst/>
          </a:prstGeom>
          <a:ln w="2540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931920" y="3749039"/>
            <a:ext cx="1371600" cy="64008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Feature</a:t>
            </a:r>
            <a:br/>
            <a:r>
              <a:t>[B, 512]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029200"/>
            <a:ext cx="13716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Top Image</a:t>
            </a:r>
            <a:br/>
            <a:r>
              <a:t>[B,3,224,224]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45920" y="5349240"/>
            <a:ext cx="548640" cy="0"/>
          </a:xfrm>
          <a:prstGeom prst="line">
            <a:avLst/>
          </a:prstGeom>
          <a:ln w="2540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194560" y="5029200"/>
            <a:ext cx="137160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ResNet18</a:t>
            </a:r>
            <a:br/>
            <a:r>
              <a:t>Backbone</a:t>
            </a:r>
            <a:br/>
            <a:r>
              <a:t>(공유)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566160" y="5349240"/>
            <a:ext cx="365760" cy="0"/>
          </a:xfrm>
          <a:prstGeom prst="line">
            <a:avLst/>
          </a:prstGeom>
          <a:ln w="2540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931920" y="5029200"/>
            <a:ext cx="1371600" cy="64008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Feature</a:t>
            </a:r>
            <a:br/>
            <a:r>
              <a:t>[B, 512]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03520" y="4069079"/>
            <a:ext cx="365760" cy="640081"/>
          </a:xfrm>
          <a:prstGeom prst="line">
            <a:avLst/>
          </a:prstGeom>
          <a:ln w="25400">
            <a:solidFill>
              <a:srgbClr val="F39C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303520" y="4709160"/>
            <a:ext cx="365760" cy="640080"/>
          </a:xfrm>
          <a:prstGeom prst="line">
            <a:avLst/>
          </a:prstGeom>
          <a:ln w="25400">
            <a:solidFill>
              <a:srgbClr val="F39C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669280" y="4389120"/>
            <a:ext cx="137160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Concat</a:t>
            </a:r>
            <a:br/>
            <a:r>
              <a:t>[B, 1024]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040880" y="4709160"/>
            <a:ext cx="365760" cy="0"/>
          </a:xfrm>
          <a:prstGeom prst="line">
            <a:avLst/>
          </a:prstGeom>
          <a:ln w="2540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406640" y="4389120"/>
            <a:ext cx="1371600" cy="6400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FC: 1024→256</a:t>
            </a:r>
            <a:br/>
            <a:r>
              <a:t>ReLU + Dropout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78240" y="4709160"/>
            <a:ext cx="365760" cy="0"/>
          </a:xfrm>
          <a:prstGeom prst="line">
            <a:avLst/>
          </a:prstGeom>
          <a:ln w="2540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144000" y="4389120"/>
            <a:ext cx="1371600" cy="6400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FC: 256→1</a:t>
            </a:r>
            <a:br/>
            <a:r>
              <a:t>(Logit)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515600" y="4709160"/>
            <a:ext cx="182880" cy="0"/>
          </a:xfrm>
          <a:prstGeom prst="line">
            <a:avLst/>
          </a:prstGeom>
          <a:ln w="2540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698480" y="4389120"/>
            <a:ext cx="137160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Sigmoid</a:t>
            </a:r>
            <a:br/>
            <a:r>
              <a:t>→ Prob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03. 환경 설정 &amp; 하이퍼파라미터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AF8"/>
                </a:solidFill>
              </a:defRPr>
            </a:pPr>
            <a:r>
              <a:t>Libraries, Seed Control,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4114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📦  사용 라이브러리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torch, torchvision     — 딥러닝 프레임워크 (PyTorch)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torchvision.models     — 사전학습 ResNet18 로드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torch.utils.data       — Dataset, DataLoader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PIL (Pillow)           — 이미지 로드 (.png → RGB)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pandas                 — CSV 파일 읽기/쓰기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numpy                  — 수치 연산, LogLoss 계산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sklearn                — train_test_split (미사용 import)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tqdm                   — 학습 진행률 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41148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⚙️  하이퍼파라미터 (CFG)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965960"/>
            <a:ext cx="146304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파라미터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965960"/>
            <a:ext cx="9144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965960"/>
            <a:ext cx="27432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설명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331720"/>
            <a:ext cx="14630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IMG_SIZE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331720"/>
            <a:ext cx="9144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B7DDD"/>
                </a:solidFill>
              </a:defRPr>
            </a:pPr>
            <a:r>
              <a:t>224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331720"/>
            <a:ext cx="2743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4A5A"/>
                </a:solidFill>
              </a:defRPr>
            </a:pPr>
            <a:r>
              <a:t>입력 이미지 크기 (224×224)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697480"/>
            <a:ext cx="1463040" cy="3657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EPOCHS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697480"/>
            <a:ext cx="914400" cy="3657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B7DDD"/>
                </a:solidFill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697480"/>
            <a:ext cx="2743200" cy="3657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4A5A"/>
                </a:solidFill>
              </a:defRPr>
            </a:pPr>
            <a:r>
              <a:t>학습 반복 횟수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063240"/>
            <a:ext cx="14630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LEARNING_RATE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3063240"/>
            <a:ext cx="9144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B7DDD"/>
                </a:solidFill>
              </a:defRPr>
            </a:pPr>
            <a:r>
              <a:t>1e-3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063240"/>
            <a:ext cx="2743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4A5A"/>
                </a:solidFill>
              </a:defRPr>
            </a:pPr>
            <a:r>
              <a:t>Adam 옵티마이저 학습률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429000"/>
            <a:ext cx="1463040" cy="3657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BATCH_SIZE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3429000"/>
            <a:ext cx="914400" cy="3657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B7DDD"/>
                </a:solidFill>
              </a:defRPr>
            </a:pPr>
            <a:r>
              <a:t>32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3429000"/>
            <a:ext cx="2743200" cy="3657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4A5A"/>
                </a:solidFill>
              </a:defRPr>
            </a:pPr>
            <a:r>
              <a:t>미니배치 크기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794760"/>
            <a:ext cx="14630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SEED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3794760"/>
            <a:ext cx="9144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B7DDD"/>
                </a:solidFill>
              </a:defRPr>
            </a:pPr>
            <a:r>
              <a:t>42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3794760"/>
            <a:ext cx="2743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4A5A"/>
                </a:solidFill>
              </a:defRPr>
            </a:pPr>
            <a:r>
              <a:t>재현성을 위한 랜덤 시드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11247120" cy="118872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731520" y="51206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4A4A5A"/>
                </a:solidFill>
              </a:defRPr>
            </a:pPr>
            <a:r>
              <a:t>🔒 Seed 고정 (seed_everything 함수)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np.random.seed(42) → NumPy 난수 고정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torch.manual_seed(42) → PyTorch CPU 시드 고정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torch.cuda.manual_seed(42) → PyTorch CUDA 시드 고정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torch.backends.cudnn.deterministic = True → cuDNN 결정적 동작 보장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04. 데이터 로드 &amp;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AF8"/>
                </a:solidFill>
              </a:defRPr>
            </a:pPr>
            <a:r>
              <a:t>CSV Load → MultiViewDataset → DataLoader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📄  CSV 데이터 로드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train.csv → train_df (학습 데이터)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dev.csv → val_df (검증 데이터)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sample_submission.csv → test_df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CSV 컬럼: id, label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label 매핑: stable→0, unstable→1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7315200" cy="4114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🔧  MultiViewDataset 클래스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6949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__init__(df, root_dir, transform, is_test)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→ DataFrame, 이미지 루트 경로, 변환 함수, 테스트 모드 플래그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__getitem__(idx):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1. sample_id = df.iloc[idx]['id'] 로 폴더명 결정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2. front.png, top.png 2장을 PIL로 로드 → RGB 변환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3. transform 적용 (Resize → ToTensor → Normalize)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4-a. is_test=True  → [front_tensor, top_tensor] 반환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4-b. is_test=False → ([front_tensor, top_tensor], label) 반환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5486400" cy="41148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🖼️  이미지 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Train Transform: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Resize(224,224) → ToTensor → Normalize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※ Augmentation 추가 가능 위치 표시됨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Test Transform: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Resize(224,224) → ToTensor → Normalize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Normalize: mean=[0.485,0.456,0.406], std=[0.229,0.224,0.225]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(ImageNet 사전학습 통계치 사용)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40480"/>
            <a:ext cx="5303520" cy="411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📦  DataLoader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89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train_loader: batch=32, shuffle=True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val_loader:   batch=32, shuffle=False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test_loader:  batch=32, shuffle=False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각 배치 반환 형태: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Train/Val: ([front_batch, top_batch], labels)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Test:      [front_batch, top_batch]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05. 모델 아키텍처 (Multi-View ResNet)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AF8"/>
                </a:solidFill>
              </a:defRPr>
            </a:pPr>
            <a:r>
              <a:t>ResNet18 Backbone + Feature Fusion + Binary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114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🏗️  MultiViewResNet 클래스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class MultiViewResNet(nn.Module):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① backbone = ResNet18 (ImageNet 사전학습 가중치)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② feature_extractor = ResNet18에서 마지막 FC층 제거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  → nn.Sequential(*list(backbone.children())[:-1])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  → 출력: [B, 512, 1, 1] → view → [B, 512]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③ classifier = 분류기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  → Linear(512×2=1024, 256)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  → ReLU()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  → Dropout(0.2)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  → Linear(256, 1)  ← Logit 출력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486400" cy="41148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🔀  Forward Pass 흐름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011680"/>
            <a:ext cx="21031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Front Image [B,3,224,224]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95360" y="2263140"/>
            <a:ext cx="548640" cy="0"/>
          </a:xfrm>
          <a:prstGeom prst="line">
            <a:avLst/>
          </a:prstGeom>
          <a:ln w="2540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0" y="2011680"/>
            <a:ext cx="2103120" cy="50292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Feature f1 [B, 512]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743200"/>
            <a:ext cx="210312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Top Image [B,3,224,224]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95360" y="2994660"/>
            <a:ext cx="548640" cy="0"/>
          </a:xfrm>
          <a:prstGeom prst="line">
            <a:avLst/>
          </a:prstGeom>
          <a:ln w="2540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0" y="2743200"/>
            <a:ext cx="2103120" cy="50292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Feature f2 [B, 512]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9A"/>
                </a:solidFill>
              </a:defRPr>
            </a:pPr>
            <a:r>
              <a:t>← 같은 ResNet18 공유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749040"/>
            <a:ext cx="228600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Concat → [B, 1024]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480560"/>
            <a:ext cx="5029200" cy="50292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Linear(1024→256) → ReLU → Dropout(0.2) → Linear(256→1)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212080"/>
            <a:ext cx="228600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Logit → Sigmoid → Prob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77840"/>
            <a:ext cx="11247120" cy="73152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4A4A5A"/>
                </a:solidFill>
              </a:defRPr>
            </a:pPr>
            <a:r>
              <a:t>🔑 Key Point: 두 시점(Front/Top)의 이미지가 동일한 ResNet18 백본을 공유하여 특징 추출 → Concatenate 후 Fully Connected Layer로 분류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   출력은 Logit(raw score)이며, 학습 시 BCEWithLogitsLoss 사용, 추론 시 Sigmoid를 직접 적용하여 확률 변환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06. 학습 &amp; 검증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AF8"/>
                </a:solidFill>
              </a:defRPr>
            </a:pPr>
            <a:r>
              <a:t>Training Loop, Validation, Loss &amp;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1148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🔄  train_one_epoch() 함수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65960"/>
            <a:ext cx="320040" cy="32004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model.train()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학습 모드 활성화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350008"/>
            <a:ext cx="320040" cy="32004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50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views → device로 이동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50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GPU/CPU 전송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734056"/>
            <a:ext cx="320040" cy="32004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7340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optimizer.zero_grad()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7340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기울기 초기화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118104"/>
            <a:ext cx="320040" cy="32004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181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outputs = model(views)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1181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Forward Pass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502152"/>
            <a:ext cx="320040" cy="32004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02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loss = BCEWithLogitsLoss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502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손실 계산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3886200"/>
            <a:ext cx="320040" cy="32004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loss.backward()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역전파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270248"/>
            <a:ext cx="320040" cy="320040"/>
          </a:xfrm>
          <a:prstGeom prst="ellipse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70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optimizer.step()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270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</a:defRPr>
            </a:pPr>
            <a:r>
              <a:t>가중치 업데이트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371600"/>
            <a:ext cx="548640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📊  validate() 함수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96596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① model.eval() + torch.no_grad()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→ 평가 모드 (Dropout 비활성화, 기울기 미계산)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② outputs → Sigmoid → 확률 변환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→ probs = torch.sigmoid(outputs)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③ Log-Loss 직접 계산 (대회 공식 지표)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eps = 1e-15 (안정성 클리핑)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p = clip(probs, eps, 1-eps)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LogLoss = -mean(y·log(p) + (1-y)·log(1-p))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④ Accuracy 계산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→ (probs &gt; 0.5) == labels 비율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731520" y="48920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4A4A5A"/>
                </a:solidFill>
              </a:defRPr>
            </a:pPr>
            <a:r>
              <a:t>🔁 메인 학습 루프 (Main Loop)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모델: MultiViewResNet() → GPU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손실 함수: BCEWithLogitsLoss (Sigmoid 내장 → 수치적으로 안정)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옵티마이저: Adam (lr=1e-3)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• 3 Epoch 반복: 매 에폭마다 train_one_epoch() → validate() → Train Loss, Val LogLoss, Val Acc 출력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07. 추론 &amp; 제출 파일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AF8"/>
                </a:solidFill>
              </a:defRPr>
            </a:pPr>
            <a:r>
              <a:t>Inference Pipeline &amp;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추론 파이프라인 흐름도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227" y="1920240"/>
            <a:ext cx="1463040" cy="73152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model.eval()</a:t>
            </a:r>
            <a:br/>
            <a:r>
              <a:t>torch.no_grad()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98267" y="2286000"/>
            <a:ext cx="228600" cy="0"/>
          </a:xfrm>
          <a:prstGeom prst="line">
            <a:avLst/>
          </a:prstGeom>
          <a:ln w="25400">
            <a:solidFill>
              <a:srgbClr val="3B7D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26867" y="1920240"/>
            <a:ext cx="1463040" cy="7315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test_loader에서</a:t>
            </a:r>
            <a:br/>
            <a:r>
              <a:t>배치 로드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89907" y="2286000"/>
            <a:ext cx="228600" cy="0"/>
          </a:xfrm>
          <a:prstGeom prst="line">
            <a:avLst/>
          </a:prstGeom>
          <a:ln w="25400">
            <a:solidFill>
              <a:srgbClr val="3B7D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18507" y="1920240"/>
            <a:ext cx="1463040" cy="7315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views →</a:t>
            </a:r>
            <a:br/>
            <a:r>
              <a:t>GPU 이동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1547" y="2286000"/>
            <a:ext cx="228600" cy="0"/>
          </a:xfrm>
          <a:prstGeom prst="line">
            <a:avLst/>
          </a:prstGeom>
          <a:ln w="25400">
            <a:solidFill>
              <a:srgbClr val="3B7D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0147" y="1920240"/>
            <a:ext cx="146304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model(views)</a:t>
            </a:r>
            <a:br/>
            <a:r>
              <a:t>→ Logit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73187" y="2286000"/>
            <a:ext cx="228600" cy="0"/>
          </a:xfrm>
          <a:prstGeom prst="line">
            <a:avLst/>
          </a:prstGeom>
          <a:ln w="25400">
            <a:solidFill>
              <a:srgbClr val="3B7D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01787" y="1920240"/>
            <a:ext cx="146304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Sigmoid</a:t>
            </a:r>
            <a:br/>
            <a:r>
              <a:t>→ 확률값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64827" y="2286000"/>
            <a:ext cx="228600" cy="0"/>
          </a:xfrm>
          <a:prstGeom prst="line">
            <a:avLst/>
          </a:prstGeom>
          <a:ln w="25400">
            <a:solidFill>
              <a:srgbClr val="3B7D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593427" y="1920240"/>
            <a:ext cx="1463040" cy="73152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all_probs에</a:t>
            </a:r>
            <a:br/>
            <a:r>
              <a:t>누적 저장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00400"/>
            <a:ext cx="548640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📝  제출 파일 구조 (submission.csv)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94760"/>
            <a:ext cx="164592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컬럼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3794760"/>
            <a:ext cx="347472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설명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60520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4160520"/>
            <a:ext cx="34747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4A5A"/>
                </a:solidFill>
              </a:defRPr>
            </a:pPr>
            <a:r>
              <a:t>테스트 샘플 ID (sample_submission.csv에서 로드)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26280"/>
            <a:ext cx="1645920" cy="3657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unstable_prob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4526280"/>
            <a:ext cx="3474720" cy="3657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4A5A"/>
                </a:solidFill>
              </a:defRPr>
            </a:pPr>
            <a:r>
              <a:t>Sigmoid 출력값 (불안정 확률)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92040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stable_prob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4892040"/>
            <a:ext cx="34747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4A5A"/>
                </a:solidFill>
              </a:defRPr>
            </a:pPr>
            <a:r>
              <a:t>1.0 - unstable_prob (안정 확률)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200400"/>
            <a:ext cx="5303520" cy="4114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💻  핵심 코드 요약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7947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model.eval()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with torch.no_grad():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  for views in test_loader: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      outputs = model(views).view(-1)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      probs = torch.sigmoid(outputs)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      all_probs.extend(probs.cpu().numpy())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submission = pd.DataFrame({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  'id': test_df['id'],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  'unstable_prob': all_probs,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  'stable_prob': 1.0 - all_probs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})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submission.to_csv('submission.csv', ...)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577840"/>
            <a:ext cx="11247120" cy="73152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731520" y="5623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4A4A5A"/>
                </a:solidFill>
              </a:defRPr>
            </a:pPr>
            <a:r>
              <a:t>⚠️ 주의: 인코딩은 UTF-8-sig (BOM 포함), 컬럼 순서는 id → unstable_prob → stable_prob 순서 유지 필수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     제출 시 확률의 합이 1이 되어야 함 (stable_prob = 1.0 - unstable_prob)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08. 핵심 요약 &amp; 개선 포인트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AF8"/>
                </a:solidFill>
              </a:defRPr>
            </a:pPr>
            <a:r>
              <a:t>Handover Checklist &amp; Future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✅  인수인계 체크리스트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☑ 데이터 경로: ./train, ./dev, ./test 폴더 + CSV 파일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☑ 라벨: stable(0) / unstable(1) 이진 분류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☑ 입력: 각 샘플당 front.png + top.png (2-View)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☑ 모델: ResNet18 (pretrained) × 1개 공유 백본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☑ Feature Fusion: Concatenation (512+512=1024)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☑ 분류기: FC(1024→256→1) + ReLU + Dropout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☑ 손실 함수: BCEWithLogitsLoss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☑ 옵티마이저: Adam (lr=1e-3)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☑ 평가 지표: Binary Log-Loss + Accuracy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A4A5A"/>
                </a:solidFill>
              </a:defRPr>
            </a:pPr>
            <a:r>
              <a:t>☑ 출력: submission.csv (id, unstable_prob, stable_prob)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486400" cy="411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🚀  개선 가능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① Data Augmentation 추가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 → RandomHorizontalFlip, RandomRotation, ColorJitter 등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② 더 큰 Backbone 사용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 → ResNet34/50, EfficientNet, ViT 등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③ 학습 스케줄러 추가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 → CosineAnnealingLR, ReduceLROnPlateau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④ Cross-Validation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 → K-Fold CV로 일반화 성능 향상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⑤ Feature Fusion 방법 변경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   → Concat 외에 Attention, Addition, Bilinear 등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A4A5A"/>
                </a:solidFill>
              </a:defRPr>
            </a:pPr>
            <a:r>
              <a:t>⑥ Epoch 수 증가 &amp; Early Stopping 적용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11247120" cy="100584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4A4A5A"/>
                </a:solidFill>
              </a:defRPr>
            </a:pPr>
            <a:r>
              <a:t>📌 코드 실행 순서 요약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4A4A5A"/>
                </a:solidFill>
              </a:defRPr>
            </a:pPr>
            <a:r>
              <a:t>1) 환경 설정 (Seed, Device) → 2) CSV 로드 → 3) Dataset/DataLoader 생성 → 4) 모델 초기화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4A4A5A"/>
                </a:solidFill>
              </a:defRPr>
            </a:pPr>
            <a:r>
              <a:t>→ 5) 3 Epoch 학습-검증 루프 → 6) 테스트 추론 → 7) submission.csv 저장 후 제출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코드 구조 전체 요약 (One-Page 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AF8"/>
                </a:solidFill>
              </a:defRPr>
            </a:pPr>
            <a:r>
              <a:t>Cell-by-Cell Code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9144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Cell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325880"/>
            <a:ext cx="27432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역할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325880"/>
            <a:ext cx="7955279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핵심 내용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691640"/>
            <a:ext cx="914400" cy="621792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Cell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691640"/>
            <a:ext cx="27432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라이브러리 Import &amp; CFG 설정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691640"/>
            <a:ext cx="7955279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torch, torchvision, PIL, pandas, numpy, tqdm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CFG: IMG_SIZE=224, EPOCHS=3, LR=1e-3, BATCH=32, SEED=42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68568296440"/>
            <a:ext cx="914400" cy="62179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Cell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568568296440"/>
            <a:ext cx="2743200" cy="62179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데이터 로드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568568296440"/>
            <a:ext cx="7955279" cy="62179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train.csv → train_df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dev.csv → val_df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1137134901240"/>
            <a:ext cx="914400" cy="621792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Cell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1137134901240"/>
            <a:ext cx="27432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MultiViewDataset 클래스 정의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1137134901240"/>
            <a:ext cx="7955279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__getitem__: front.png + top.png 로드 → Transform 적용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is_test 플래그로 학습/추론 모드 분리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1705701506040"/>
            <a:ext cx="914400" cy="621792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Cell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1705701506040"/>
            <a:ext cx="2743200" cy="62179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Transform &amp; DataLoader 생성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1705701506040"/>
            <a:ext cx="7955279" cy="62179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Train/Test Transform 정의 (Resize→ToTensor→Normalize)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train_loader, val_loader, test_loader 생성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274268110840"/>
            <a:ext cx="914400" cy="621792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Cell 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2274268110840"/>
            <a:ext cx="27432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MultiViewResNet 모델 정의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2274268110840"/>
            <a:ext cx="7955279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ResNet18 backbone(공유) → Feature Concat(1024)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→ FC(1024→256→1) Classifier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842834715640"/>
            <a:ext cx="914400" cy="621792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Cell 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2842834715640"/>
            <a:ext cx="2743200" cy="62179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train_one_epoch &amp; validate 함수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0" y="2842834715640"/>
            <a:ext cx="7955279" cy="62179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학습: Forward→Loss→Backward→Step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검증: Sigmoid→LogLoss 계산 + Accuracy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411401320440"/>
            <a:ext cx="914400" cy="621792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Cell 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3411401320440"/>
            <a:ext cx="27432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메인 학습 루프 실행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3411401320440"/>
            <a:ext cx="7955279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BCEWithLogitsLoss + Adam(lr=1e-3)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3 Epoch: Train Loss / Val LogLoss / Val Acc 출력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979967925240"/>
            <a:ext cx="914400" cy="62179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Cell 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3979967925240"/>
            <a:ext cx="2743200" cy="62179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2A4A"/>
                </a:solidFill>
              </a:defRPr>
            </a:pPr>
            <a:r>
              <a:t>테스트 추론 &amp; 제출 파일 저장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3979967925240"/>
            <a:ext cx="7955279" cy="62179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model.eval() → Sigmoid → all_probs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A4A5A"/>
                </a:solidFill>
              </a:defRPr>
            </a:pPr>
            <a:r>
              <a:t>submission.csv (id, unstable_prob, stable_prob) 저장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91840"/>
            <a:ext cx="2133295" cy="27432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BA0F5"/>
                </a:solidFill>
              </a:defRPr>
            </a:pPr>
            <a:r>
              <a:t>Multi-View ResNet 기반 구조물 안정성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9A"/>
                </a:solidFill>
              </a:defRPr>
            </a:pPr>
            <a:r>
              <a:t>코드 인수인계 완료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